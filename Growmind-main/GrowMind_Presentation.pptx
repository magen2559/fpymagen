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 dirty="0" err="1">
                <a:solidFill>
                  <a:srgbClr val="A52A2A"/>
                </a:solidFill>
                <a:latin typeface="Arial"/>
              </a:rPr>
              <a:t>GrowMind</a:t>
            </a:r>
            <a:endParaRPr sz="4400" b="1" dirty="0">
              <a:solidFill>
                <a:srgbClr val="A52A2A"/>
              </a:solidFill>
              <a:latin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sz="2000" b="0" dirty="0">
                <a:solidFill>
                  <a:srgbClr val="334155"/>
                </a:solidFill>
                <a:latin typeface="Arial"/>
              </a:rPr>
              <a:t>A Gamified Focus and Productivity App</a:t>
            </a:r>
          </a:p>
          <a:p>
            <a:pPr algn="ctr"/>
            <a:r>
              <a:rPr sz="2000" b="0" dirty="0">
                <a:solidFill>
                  <a:srgbClr val="334155"/>
                </a:solidFill>
                <a:latin typeface="Arial"/>
              </a:rPr>
              <a:t>Using a Pomodoro Timer and a Virtual 3D Garden</a:t>
            </a:r>
          </a:p>
          <a:p>
            <a:pPr algn="ctr"/>
            <a:endParaRPr sz="2000" b="0" dirty="0">
              <a:solidFill>
                <a:srgbClr val="334155"/>
              </a:solidFill>
              <a:latin typeface="Arial"/>
            </a:endParaRPr>
          </a:p>
          <a:p>
            <a:pPr algn="ctr"/>
            <a:r>
              <a:rPr sz="2000" b="0" dirty="0">
                <a:solidFill>
                  <a:srgbClr val="334155"/>
                </a:solidFill>
                <a:latin typeface="Arial"/>
              </a:rPr>
              <a:t>By: </a:t>
            </a:r>
            <a:r>
              <a:rPr lang="en-MY" sz="2000" dirty="0" err="1">
                <a:solidFill>
                  <a:srgbClr val="334155"/>
                </a:solidFill>
                <a:latin typeface="Arial"/>
              </a:rPr>
              <a:t>Abisheg</a:t>
            </a:r>
            <a:r>
              <a:rPr lang="en-MY" sz="2000" dirty="0">
                <a:solidFill>
                  <a:srgbClr val="334155"/>
                </a:solidFill>
                <a:latin typeface="Arial"/>
              </a:rPr>
              <a:t> Daniel A/L David</a:t>
            </a:r>
          </a:p>
          <a:p>
            <a:pPr algn="ctr"/>
            <a:r>
              <a:rPr lang="en-MY" sz="2000" b="0" dirty="0">
                <a:solidFill>
                  <a:srgbClr val="334155"/>
                </a:solidFill>
                <a:latin typeface="Arial"/>
              </a:rPr>
              <a:t>SCKD2400083</a:t>
            </a:r>
            <a:endParaRPr sz="2000" b="0" dirty="0">
              <a:solidFill>
                <a:srgbClr val="33415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A52A2A"/>
                </a:solidFill>
                <a:latin typeface="Arial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1E293B"/>
                </a:solidFill>
                <a:latin typeface="Arial"/>
              </a:rPr>
              <a:t>Addresses student distraction and lack of focus.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Integrates a Pomodoro timer with a reward system.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Users build and nurture a virtual 3D garden through focused study.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Positive reinforcement encourages sustained concentration.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Gamifies the academic workflow and enhances student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A52A2A"/>
                </a:solidFill>
                <a:latin typeface="Arial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1E293B"/>
                </a:solidFill>
                <a:latin typeface="Arial"/>
              </a:rPr>
              <a:t>1. Delayed Gratification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Academic success lacks immediate rewards.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2. Digital Fragmentation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Constant context-switching between study and entertainment.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3. Academic Isolation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Lack of community presence during solitary study sessions.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A52A2A"/>
                </a:solidFill>
                <a:latin typeface="Arial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1E293B"/>
                </a:solidFill>
                <a:latin typeface="Arial"/>
              </a:rPr>
              <a:t>1. Develop a Pomodoro-style focus timer for study sessions.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2. Implement an immersive virtual 3D garden that evolves.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3. Create a coin-based reward system for successful focus cycles.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4. Enable user authentication and progress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A52A2A"/>
                </a:solidFill>
                <a:latin typeface="Arial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1E293B"/>
                </a:solidFill>
                <a:latin typeface="Arial"/>
              </a:rPr>
              <a:t>Agile Development Methodology Lifecycle: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Planning: Defining scope and requirements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Design: UI/UX, 3D Assets, System Architecture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Implementation: Core modules, AI integration, 3D Engine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Testing: Unit, Integration, Performance (60 FPS minimum)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Deployment: Mobile app binaries (Expo)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Analysis: Gathering feedback for future iterations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A52A2A"/>
                </a:solidFill>
                <a:latin typeface="Arial"/>
              </a:rP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1E293B"/>
                </a:solidFill>
                <a:latin typeface="Arial"/>
              </a:rPr>
              <a:t>Frontend: React Native + Expo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3D/Graphics: React Three Fiber (R3F) via expo-gl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Backend: Supabase (PostgreSQL, Auth)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Logic &amp; Services: Supabase Edge Functions (TypeScript/Deno)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Realtime: Supabase Realtime for community visualization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AI Engine: Google Gemini Pro via Edge Functions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A52A2A"/>
                </a:solidFill>
                <a:latin typeface="Arial"/>
              </a:rP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1E293B"/>
                </a:solidFill>
                <a:latin typeface="Arial"/>
              </a:rPr>
              <a:t>Focus Session Timer: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Strict mode, tagging, and progress tracking.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Interactive 3D Garden: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Orbit controls, Procedural plant growth based on focus.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AI Coach (GrowMind AI):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Personalized productivity guidance powered by Gemini.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Task Management &amp; Shop: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Customization with earned coins.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A52A2A"/>
                </a:solidFill>
                <a:latin typeface="Arial"/>
              </a:rPr>
              <a:t>Commercialisation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1E293B"/>
                </a:solidFill>
                <a:latin typeface="Arial"/>
              </a:rPr>
              <a:t>Freemium Models: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Premium garden elements and exclusive themes.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Institutional Licensing: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Tailored solutions for universities and study centers.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In-App Purchases: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Specialized 3D assets and items.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Data Insights: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Analytics on student productivity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A52A2A"/>
                </a:solidFill>
                <a:latin typeface="Arial"/>
              </a:rP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1E293B"/>
                </a:solidFill>
                <a:latin typeface="Arial"/>
              </a:rPr>
              <a:t>Conclusion: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Success in merging gamification with focus tools.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Improved concentration and engagement.</a:t>
            </a:r>
          </a:p>
          <a:p>
            <a:r>
              <a:rPr sz="2400" b="0">
                <a:solidFill>
                  <a:srgbClr val="1E293B"/>
                </a:solidFill>
                <a:latin typeface="Arial"/>
              </a:rPr>
              <a:t>Future Work: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Introduce deeper social features.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Implement advanced analytics.</a:t>
            </a:r>
          </a:p>
          <a:p>
            <a:pPr lvl="1"/>
            <a:r>
              <a:rPr sz="2000" b="0">
                <a:solidFill>
                  <a:srgbClr val="1E293B"/>
                </a:solidFill>
                <a:latin typeface="Arial"/>
              </a:rPr>
              <a:t>Ensure cross-platform compatibility.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A52A2A"/>
                </a:solidFill>
                <a:latin typeface="Arial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1E293B"/>
                </a:solidFill>
                <a:latin typeface="Arial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398</Words>
  <Application>Microsoft Office PowerPoint</Application>
  <PresentationFormat>On-screen Show (4:3)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GrowMind</vt:lpstr>
      <vt:lpstr>Abstract</vt:lpstr>
      <vt:lpstr>Problem Statement</vt:lpstr>
      <vt:lpstr>Objectives</vt:lpstr>
      <vt:lpstr>Methodology</vt:lpstr>
      <vt:lpstr>Technical Stack</vt:lpstr>
      <vt:lpstr>Core Features</vt:lpstr>
      <vt:lpstr>Commercialisation Potential</vt:lpstr>
      <vt:lpstr>Conclusion &amp; Future Work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tekashi69340</cp:lastModifiedBy>
  <cp:revision>2</cp:revision>
  <dcterms:created xsi:type="dcterms:W3CDTF">2013-01-27T09:14:16Z</dcterms:created>
  <dcterms:modified xsi:type="dcterms:W3CDTF">2026-04-01T01:51:59Z</dcterms:modified>
  <cp:category/>
</cp:coreProperties>
</file>